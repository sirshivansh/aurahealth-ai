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7283E-BD8E-4F66-BE42-BD161ADAE202}" v="1" dt="2026-07-07T17:55:54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nsh Mishra" userId="bb1a5923af789e7e" providerId="LiveId" clId="{992D3FE6-F8AA-40C6-8E4F-69BB5CF0B2CA}"/>
    <pc:docChg chg="undo redo custSel modSld">
      <pc:chgData name="Shivansh Mishra" userId="bb1a5923af789e7e" providerId="LiveId" clId="{992D3FE6-F8AA-40C6-8E4F-69BB5CF0B2CA}" dt="2026-07-07T17:58:04.105" v="475" actId="20577"/>
      <pc:docMkLst>
        <pc:docMk/>
      </pc:docMkLst>
      <pc:sldChg chg="delSp modSp mod">
        <pc:chgData name="Shivansh Mishra" userId="bb1a5923af789e7e" providerId="LiveId" clId="{992D3FE6-F8AA-40C6-8E4F-69BB5CF0B2CA}" dt="2026-07-07T17:58:04.105" v="475" actId="20577"/>
        <pc:sldMkLst>
          <pc:docMk/>
          <pc:sldMk cId="0" sldId="256"/>
        </pc:sldMkLst>
        <pc:spChg chg="mod">
          <ac:chgData name="Shivansh Mishra" userId="bb1a5923af789e7e" providerId="LiveId" clId="{992D3FE6-F8AA-40C6-8E4F-69BB5CF0B2CA}" dt="2026-07-07T17:56:51.694" v="39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6:54.821" v="397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6:58.310" v="398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7:05.470" v="40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7:09.862" v="402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8:04.105" v="475" actId="20577"/>
          <ac:spMkLst>
            <pc:docMk/>
            <pc:sldMk cId="0" sldId="256"/>
            <ac:spMk id="8" creationId="{00000000-0000-0000-0000-000000000000}"/>
          </ac:spMkLst>
        </pc:spChg>
        <pc:picChg chg="del">
          <ac:chgData name="Shivansh Mishra" userId="bb1a5923af789e7e" providerId="LiveId" clId="{992D3FE6-F8AA-40C6-8E4F-69BB5CF0B2CA}" dt="2026-07-07T16:32:10.326" v="0" actId="478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Shivansh Mishra" userId="bb1a5923af789e7e" providerId="LiveId" clId="{992D3FE6-F8AA-40C6-8E4F-69BB5CF0B2CA}" dt="2026-07-07T17:17:21.373" v="26" actId="1076"/>
        <pc:sldMkLst>
          <pc:docMk/>
          <pc:sldMk cId="0" sldId="257"/>
        </pc:sldMkLst>
        <pc:spChg chg="mod">
          <ac:chgData name="Shivansh Mishra" userId="bb1a5923af789e7e" providerId="LiveId" clId="{992D3FE6-F8AA-40C6-8E4F-69BB5CF0B2CA}" dt="2026-07-07T17:16:21.013" v="14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5:38.647" v="5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6:25.318" v="15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7:09.262" v="24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5:56.407" v="9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7:21.373" v="26" actId="1076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19:02.655" v="38" actId="14100"/>
        <pc:sldMkLst>
          <pc:docMk/>
          <pc:sldMk cId="0" sldId="258"/>
        </pc:sldMkLst>
        <pc:spChg chg="mod">
          <ac:chgData name="Shivansh Mishra" userId="bb1a5923af789e7e" providerId="LiveId" clId="{992D3FE6-F8AA-40C6-8E4F-69BB5CF0B2CA}" dt="2026-07-07T17:17:29.726" v="27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7:37.975" v="28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7:37.975" v="28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7:37.975" v="28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02.655" v="38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02.655" v="38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02.655" v="38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8:48.151" v="36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8:48.151" v="36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8:48.151" v="36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8:54.238" v="37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8:54.238" v="3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8:54.238" v="37" actId="1076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20:07.142" v="48" actId="14100"/>
        <pc:sldMkLst>
          <pc:docMk/>
          <pc:sldMk cId="0" sldId="259"/>
        </pc:sldMkLst>
        <pc:spChg chg="mod">
          <ac:chgData name="Shivansh Mishra" userId="bb1a5923af789e7e" providerId="LiveId" clId="{992D3FE6-F8AA-40C6-8E4F-69BB5CF0B2CA}" dt="2026-07-07T17:19:57.729" v="46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23.303" v="4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23.303" v="4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23.303" v="4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23.303" v="4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53.015" v="45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53.015" v="45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53.015" v="45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19:53.015" v="45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07.142" v="48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07.142" v="48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07.142" v="48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07.142" v="48" actId="14100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22:34.926" v="72" actId="14100"/>
        <pc:sldMkLst>
          <pc:docMk/>
          <pc:sldMk cId="0" sldId="260"/>
        </pc:sldMkLst>
        <pc:spChg chg="mod">
          <ac:chgData name="Shivansh Mishra" userId="bb1a5923af789e7e" providerId="LiveId" clId="{992D3FE6-F8AA-40C6-8E4F-69BB5CF0B2CA}" dt="2026-07-07T17:22:10.946" v="69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45.918" v="62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43.943" v="53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43.943" v="53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0:43.943" v="53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40.216" v="61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57.950" v="65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51.815" v="6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51.815" v="63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51.815" v="6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1:51.815" v="63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07.646" v="67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03.815" v="66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03.815" v="66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03.815" v="66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03.815" v="66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34.926" v="72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18.910" v="70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18.910" v="70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18.910" v="70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18.910" v="70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34.926" v="72" actId="1410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34.926" v="72" actId="14100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34.926" v="72" actId="1410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2:34.926" v="72" actId="14100"/>
          <ac:spMkLst>
            <pc:docMk/>
            <pc:sldMk cId="0" sldId="260"/>
            <ac:spMk id="27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28:22.182" v="94" actId="1076"/>
        <pc:sldMkLst>
          <pc:docMk/>
          <pc:sldMk cId="0" sldId="261"/>
        </pc:sldMkLst>
        <pc:spChg chg="mod">
          <ac:chgData name="Shivansh Mishra" userId="bb1a5923af789e7e" providerId="LiveId" clId="{992D3FE6-F8AA-40C6-8E4F-69BB5CF0B2CA}" dt="2026-07-07T17:27:36.193" v="8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3:17.519" v="76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3:17.519" v="76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3:17.519" v="76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22.182" v="9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22.182" v="94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22.182" v="94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15.254" v="93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15.254" v="93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15.254" v="93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7:44.975" v="88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7:44.975" v="88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7:44.975" v="88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3:40.582" v="79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3:40.582" v="79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3:40.582" v="79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22.182" v="94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22.182" v="94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22.182" v="94" actId="107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15.254" v="93" actId="107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15.254" v="93" actId="107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15.254" v="93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06.070" v="92" actId="107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06.070" v="92" actId="1076"/>
          <ac:spMkLst>
            <pc:docMk/>
            <pc:sldMk cId="0" sldId="261"/>
            <ac:spMk id="2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8:06.070" v="92" actId="1076"/>
          <ac:spMkLst>
            <pc:docMk/>
            <pc:sldMk cId="0" sldId="261"/>
            <ac:spMk id="26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29:52.982" v="105" actId="1076"/>
        <pc:sldMkLst>
          <pc:docMk/>
          <pc:sldMk cId="0" sldId="262"/>
        </pc:sldMkLst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12.543" v="99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31.414" v="103" actId="14100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31.414" v="103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31.414" v="103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31.414" v="103" actId="14100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52.982" v="105" actId="107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52.982" v="105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40.142" v="104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29:40.142" v="104" actId="1076"/>
          <ac:spMkLst>
            <pc:docMk/>
            <pc:sldMk cId="0" sldId="262"/>
            <ac:spMk id="25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32:21.557" v="128" actId="1076"/>
        <pc:sldMkLst>
          <pc:docMk/>
          <pc:sldMk cId="0" sldId="263"/>
        </pc:sldMkLst>
        <pc:spChg chg="mod">
          <ac:chgData name="Shivansh Mishra" userId="bb1a5923af789e7e" providerId="LiveId" clId="{992D3FE6-F8AA-40C6-8E4F-69BB5CF0B2CA}" dt="2026-07-07T17:31:05.688" v="115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29.534" v="118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19.486" v="107" actId="1076"/>
          <ac:spMkLst>
            <pc:docMk/>
            <pc:sldMk cId="0" sldId="263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38.614" v="120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33.948" v="110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33.948" v="110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52.613" v="123" actId="1410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44.934" v="111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44.934" v="111" actId="107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2:01.070" v="124" actId="1410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19.486" v="107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2:05.966" v="125" actId="1410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33.948" v="110" actId="107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1:19.135" v="116" actId="1410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33.948" v="110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2:10.086" v="126" actId="14100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0:44.934" v="111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2:21.557" v="128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2:17.087" v="127" actId="1076"/>
          <ac:spMkLst>
            <pc:docMk/>
            <pc:sldMk cId="0" sldId="263"/>
            <ac:spMk id="27" creationId="{00000000-0000-0000-0000-000000000000}"/>
          </ac:spMkLst>
        </pc:spChg>
      </pc:sldChg>
      <pc:sldChg chg="addSp delSp modSp mod">
        <pc:chgData name="Shivansh Mishra" userId="bb1a5923af789e7e" providerId="LiveId" clId="{992D3FE6-F8AA-40C6-8E4F-69BB5CF0B2CA}" dt="2026-07-07T17:40:07.134" v="212" actId="1076"/>
        <pc:sldMkLst>
          <pc:docMk/>
          <pc:sldMk cId="0" sldId="264"/>
        </pc:sldMkLst>
        <pc:spChg chg="mod">
          <ac:chgData name="Shivansh Mishra" userId="bb1a5923af789e7e" providerId="LiveId" clId="{992D3FE6-F8AA-40C6-8E4F-69BB5CF0B2CA}" dt="2026-07-07T17:35:14.590" v="15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6:47.716" v="179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6:37.462" v="173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6:40.188" v="175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7:00.111" v="180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7:00.111" v="180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6:37.462" v="173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6:37.462" v="173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7:00.111" v="180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37:00.111" v="180" actId="1076"/>
          <ac:spMkLst>
            <pc:docMk/>
            <pc:sldMk cId="0" sldId="264"/>
            <ac:spMk id="14" creationId="{00000000-0000-0000-0000-000000000000}"/>
          </ac:spMkLst>
        </pc:spChg>
        <pc:picChg chg="add del">
          <ac:chgData name="Shivansh Mishra" userId="bb1a5923af789e7e" providerId="LiveId" clId="{992D3FE6-F8AA-40C6-8E4F-69BB5CF0B2CA}" dt="2026-07-07T17:34:04.537" v="140" actId="478"/>
          <ac:picMkLst>
            <pc:docMk/>
            <pc:sldMk cId="0" sldId="264"/>
            <ac:picMk id="6" creationId="{00000000-0000-0000-0000-000000000000}"/>
          </ac:picMkLst>
        </pc:picChg>
        <pc:picChg chg="del">
          <ac:chgData name="Shivansh Mishra" userId="bb1a5923af789e7e" providerId="LiveId" clId="{992D3FE6-F8AA-40C6-8E4F-69BB5CF0B2CA}" dt="2026-07-07T17:34:06.051" v="141" actId="478"/>
          <ac:picMkLst>
            <pc:docMk/>
            <pc:sldMk cId="0" sldId="264"/>
            <ac:picMk id="9" creationId="{00000000-0000-0000-0000-000000000000}"/>
          </ac:picMkLst>
        </pc:picChg>
        <pc:picChg chg="del mod">
          <ac:chgData name="Shivansh Mishra" userId="bb1a5923af789e7e" providerId="LiveId" clId="{992D3FE6-F8AA-40C6-8E4F-69BB5CF0B2CA}" dt="2026-07-07T17:34:10.240" v="143" actId="478"/>
          <ac:picMkLst>
            <pc:docMk/>
            <pc:sldMk cId="0" sldId="264"/>
            <ac:picMk id="12" creationId="{00000000-0000-0000-0000-000000000000}"/>
          </ac:picMkLst>
        </pc:picChg>
        <pc:picChg chg="del mod">
          <ac:chgData name="Shivansh Mishra" userId="bb1a5923af789e7e" providerId="LiveId" clId="{992D3FE6-F8AA-40C6-8E4F-69BB5CF0B2CA}" dt="2026-07-07T17:34:08.146" v="142" actId="478"/>
          <ac:picMkLst>
            <pc:docMk/>
            <pc:sldMk cId="0" sldId="264"/>
            <ac:picMk id="15" creationId="{00000000-0000-0000-0000-000000000000}"/>
          </ac:picMkLst>
        </pc:picChg>
        <pc:picChg chg="add del mod">
          <ac:chgData name="Shivansh Mishra" userId="bb1a5923af789e7e" providerId="LiveId" clId="{992D3FE6-F8AA-40C6-8E4F-69BB5CF0B2CA}" dt="2026-07-07T17:33:28.173" v="135" actId="22"/>
          <ac:picMkLst>
            <pc:docMk/>
            <pc:sldMk cId="0" sldId="264"/>
            <ac:picMk id="17" creationId="{B967470D-965A-A9DE-E48A-459BD529A6F1}"/>
          </ac:picMkLst>
        </pc:picChg>
        <pc:picChg chg="add mod">
          <ac:chgData name="Shivansh Mishra" userId="bb1a5923af789e7e" providerId="LiveId" clId="{992D3FE6-F8AA-40C6-8E4F-69BB5CF0B2CA}" dt="2026-07-07T17:38:58.551" v="200" actId="14100"/>
          <ac:picMkLst>
            <pc:docMk/>
            <pc:sldMk cId="0" sldId="264"/>
            <ac:picMk id="19" creationId="{E9D89D82-46B8-A637-FF2E-E3934CBE7B58}"/>
          </ac:picMkLst>
        </pc:picChg>
        <pc:picChg chg="add del">
          <ac:chgData name="Shivansh Mishra" userId="bb1a5923af789e7e" providerId="LiveId" clId="{992D3FE6-F8AA-40C6-8E4F-69BB5CF0B2CA}" dt="2026-07-07T17:37:41.359" v="187" actId="22"/>
          <ac:picMkLst>
            <pc:docMk/>
            <pc:sldMk cId="0" sldId="264"/>
            <ac:picMk id="21" creationId="{D6EB2D9C-2835-A6C6-3BA2-2197915A7BA9}"/>
          </ac:picMkLst>
        </pc:picChg>
        <pc:picChg chg="add mod">
          <ac:chgData name="Shivansh Mishra" userId="bb1a5923af789e7e" providerId="LiveId" clId="{992D3FE6-F8AA-40C6-8E4F-69BB5CF0B2CA}" dt="2026-07-07T17:38:58.105" v="199" actId="14100"/>
          <ac:picMkLst>
            <pc:docMk/>
            <pc:sldMk cId="0" sldId="264"/>
            <ac:picMk id="23" creationId="{2186D26A-7862-7327-22E0-A6FCB4431FFA}"/>
          </ac:picMkLst>
        </pc:picChg>
        <pc:picChg chg="add mod">
          <ac:chgData name="Shivansh Mishra" userId="bb1a5923af789e7e" providerId="LiveId" clId="{992D3FE6-F8AA-40C6-8E4F-69BB5CF0B2CA}" dt="2026-07-07T17:39:34.006" v="205" actId="1076"/>
          <ac:picMkLst>
            <pc:docMk/>
            <pc:sldMk cId="0" sldId="264"/>
            <ac:picMk id="26" creationId="{A4D055C6-4AB1-E697-53B7-AF6A05596551}"/>
          </ac:picMkLst>
        </pc:picChg>
        <pc:picChg chg="add mod">
          <ac:chgData name="Shivansh Mishra" userId="bb1a5923af789e7e" providerId="LiveId" clId="{992D3FE6-F8AA-40C6-8E4F-69BB5CF0B2CA}" dt="2026-07-07T17:40:07.134" v="212" actId="1076"/>
          <ac:picMkLst>
            <pc:docMk/>
            <pc:sldMk cId="0" sldId="264"/>
            <ac:picMk id="28" creationId="{B00FE047-98B2-7F61-C88B-5C2BCC7098BF}"/>
          </ac:picMkLst>
        </pc:picChg>
      </pc:sldChg>
      <pc:sldChg chg="modSp mod">
        <pc:chgData name="Shivansh Mishra" userId="bb1a5923af789e7e" providerId="LiveId" clId="{992D3FE6-F8AA-40C6-8E4F-69BB5CF0B2CA}" dt="2026-07-07T17:42:09.221" v="236" actId="14100"/>
        <pc:sldMkLst>
          <pc:docMk/>
          <pc:sldMk cId="0" sldId="265"/>
        </pc:sldMkLst>
        <pc:spChg chg="mod">
          <ac:chgData name="Shivansh Mishra" userId="bb1a5923af789e7e" providerId="LiveId" clId="{992D3FE6-F8AA-40C6-8E4F-69BB5CF0B2CA}" dt="2026-07-07T17:40:52.179" v="222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0:52.179" v="222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09.033" v="225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0:51.274" v="220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09.033" v="225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17.327" v="226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17.327" v="226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17.327" v="226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17.327" v="226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17.327" v="226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2.318" v="227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2.318" v="227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2.318" v="227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2.318" v="227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2.318" v="227" actId="107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8.166" v="228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8.166" v="228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8.166" v="228" actId="107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8.166" v="228" actId="1076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28.166" v="228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36.758" v="229" actId="107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36.758" v="229" actId="107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2:09.221" v="236" actId="1410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36.758" v="229" actId="107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1:36.758" v="229" actId="1076"/>
          <ac:spMkLst>
            <pc:docMk/>
            <pc:sldMk cId="0" sldId="265"/>
            <ac:spMk id="28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46:32.542" v="270" actId="14100"/>
        <pc:sldMkLst>
          <pc:docMk/>
          <pc:sldMk cId="0" sldId="266"/>
        </pc:sldMkLst>
        <pc:spChg chg="mod">
          <ac:chgData name="Shivansh Mishra" userId="bb1a5923af789e7e" providerId="LiveId" clId="{992D3FE6-F8AA-40C6-8E4F-69BB5CF0B2CA}" dt="2026-07-07T17:44:04.925" v="249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52.456" v="264" actId="14100"/>
          <ac:spMkLst>
            <pc:docMk/>
            <pc:sldMk cId="0" sldId="266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52.456" v="264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52.456" v="264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3:55.767" v="246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00.950" v="265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4:40.814" v="254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4:40.814" v="254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40.134" v="263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4:56.798" v="257" actId="14100"/>
          <ac:spMkLst>
            <pc:docMk/>
            <pc:sldMk cId="0" sldId="266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34.174" v="262" actId="1410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34.174" v="262" actId="1410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5:34.174" v="262" actId="1410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16.358" v="267" actId="1410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16.358" v="267" actId="14100"/>
          <ac:spMkLst>
            <pc:docMk/>
            <pc:sldMk cId="0" sldId="266"/>
            <ac:spMk id="2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16.358" v="267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32.542" v="270" actId="14100"/>
          <ac:spMkLst>
            <pc:docMk/>
            <pc:sldMk cId="0" sldId="266"/>
            <ac:spMk id="2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29.414" v="269" actId="1410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6:29.414" v="269" actId="14100"/>
          <ac:spMkLst>
            <pc:docMk/>
            <pc:sldMk cId="0" sldId="266"/>
            <ac:spMk id="29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48:24.156" v="273" actId="14100"/>
        <pc:sldMkLst>
          <pc:docMk/>
          <pc:sldMk cId="0" sldId="267"/>
        </pc:sldMkLst>
        <pc:graphicFrameChg chg="mod modGraphic">
          <ac:chgData name="Shivansh Mishra" userId="bb1a5923af789e7e" providerId="LiveId" clId="{992D3FE6-F8AA-40C6-8E4F-69BB5CF0B2CA}" dt="2026-07-07T17:48:24.156" v="273" actId="14100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Shivansh Mishra" userId="bb1a5923af789e7e" providerId="LiveId" clId="{992D3FE6-F8AA-40C6-8E4F-69BB5CF0B2CA}" dt="2026-07-07T17:50:42.351" v="294" actId="1076"/>
        <pc:sldMkLst>
          <pc:docMk/>
          <pc:sldMk cId="0" sldId="268"/>
        </pc:sldMkLst>
        <pc:spChg chg="mod">
          <ac:chgData name="Shivansh Mishra" userId="bb1a5923af789e7e" providerId="LiveId" clId="{992D3FE6-F8AA-40C6-8E4F-69BB5CF0B2CA}" dt="2026-07-07T17:49:57.615" v="286" actId="14100"/>
          <ac:spMkLst>
            <pc:docMk/>
            <pc:sldMk cId="0" sldId="268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49:57.615" v="286" actId="14100"/>
          <ac:spMkLst>
            <pc:docMk/>
            <pc:sldMk cId="0" sldId="268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42.351" v="294" actId="1076"/>
          <ac:spMkLst>
            <pc:docMk/>
            <pc:sldMk cId="0" sldId="268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42.351" v="294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42.351" v="294" actId="1076"/>
          <ac:spMkLst>
            <pc:docMk/>
            <pc:sldMk cId="0" sldId="268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38.430" v="293" actId="107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38.430" v="293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38.430" v="293" actId="1076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32.727" v="292" actId="107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32.727" v="292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32.727" v="292" actId="107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25.751" v="291" actId="107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25.751" v="291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0:25.751" v="291" actId="1076"/>
          <ac:spMkLst>
            <pc:docMk/>
            <pc:sldMk cId="0" sldId="268"/>
            <ac:spMk id="18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52:06.791" v="306" actId="1076"/>
        <pc:sldMkLst>
          <pc:docMk/>
          <pc:sldMk cId="0" sldId="269"/>
        </pc:sldMkLst>
        <pc:spChg chg="mod">
          <ac:chgData name="Shivansh Mishra" userId="bb1a5923af789e7e" providerId="LiveId" clId="{992D3FE6-F8AA-40C6-8E4F-69BB5CF0B2CA}" dt="2026-07-07T17:51:40.698" v="302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1:09.215" v="296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1:09.215" v="296" actId="14100"/>
          <ac:spMkLst>
            <pc:docMk/>
            <pc:sldMk cId="0" sldId="269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1:09.215" v="296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6.791" v="306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6.791" v="306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6.791" v="306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0.550" v="305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0.550" v="305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0.550" v="305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1:15.983" v="297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1:15.983" v="297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1:15.983" v="297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6.791" v="306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6.791" v="306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6.791" v="306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0.550" v="305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0.550" v="305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2:00.550" v="305" actId="1076"/>
          <ac:spMkLst>
            <pc:docMk/>
            <pc:sldMk cId="0" sldId="269"/>
            <ac:spMk id="21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54:58.758" v="344" actId="14100"/>
        <pc:sldMkLst>
          <pc:docMk/>
          <pc:sldMk cId="0" sldId="270"/>
        </pc:sldMkLst>
        <pc:spChg chg="mod">
          <ac:chgData name="Shivansh Mishra" userId="bb1a5923af789e7e" providerId="LiveId" clId="{992D3FE6-F8AA-40C6-8E4F-69BB5CF0B2CA}" dt="2026-07-07T17:53:26.334" v="322" actId="14100"/>
          <ac:spMkLst>
            <pc:docMk/>
            <pc:sldMk cId="0" sldId="270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3:21.989" v="321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3:14.639" v="318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20.783" v="33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18.758" v="336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23.167" v="338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27.703" v="339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41.583" v="341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34.511" v="340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47.342" v="342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4:58.758" v="344" actId="14100"/>
          <ac:spMkLst>
            <pc:docMk/>
            <pc:sldMk cId="0" sldId="270"/>
            <ac:spMk id="14" creationId="{00000000-0000-0000-0000-000000000000}"/>
          </ac:spMkLst>
        </pc:spChg>
      </pc:sldChg>
      <pc:sldChg chg="modSp mod">
        <pc:chgData name="Shivansh Mishra" userId="bb1a5923af789e7e" providerId="LiveId" clId="{992D3FE6-F8AA-40C6-8E4F-69BB5CF0B2CA}" dt="2026-07-07T17:56:32.863" v="394" actId="14100"/>
        <pc:sldMkLst>
          <pc:docMk/>
          <pc:sldMk cId="0" sldId="271"/>
        </pc:sldMkLst>
        <pc:spChg chg="mod">
          <ac:chgData name="Shivansh Mishra" userId="bb1a5923af789e7e" providerId="LiveId" clId="{992D3FE6-F8AA-40C6-8E4F-69BB5CF0B2CA}" dt="2026-07-07T17:55:16.895" v="345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5:21.566" v="346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5:25.454" v="347" actId="1076"/>
          <ac:spMkLst>
            <pc:docMk/>
            <pc:sldMk cId="0" sldId="271"/>
            <ac:spMk id="4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6:32.863" v="394" actId="14100"/>
          <ac:spMkLst>
            <pc:docMk/>
            <pc:sldMk cId="0" sldId="271"/>
            <ac:spMk id="5" creationId="{00000000-0000-0000-0000-000000000000}"/>
          </ac:spMkLst>
        </pc:spChg>
        <pc:spChg chg="mod">
          <ac:chgData name="Shivansh Mishra" userId="bb1a5923af789e7e" providerId="LiveId" clId="{992D3FE6-F8AA-40C6-8E4F-69BB5CF0B2CA}" dt="2026-07-07T17:56:15.227" v="393" actId="20577"/>
          <ac:spMkLst>
            <pc:docMk/>
            <pc:sldMk cId="0" sldId="271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15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shivnsh01@gmail.co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ADA5"/>
          </a:solidFill>
          <a:ln/>
        </p:spPr>
      </p:sp>
      <p:sp>
        <p:nvSpPr>
          <p:cNvPr id="3" name="Text 1"/>
          <p:cNvSpPr/>
          <p:nvPr/>
        </p:nvSpPr>
        <p:spPr>
          <a:xfrm>
            <a:off x="662400" y="11201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AURAHEALTH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62400" y="211455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Health Companion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000" y="27203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"Your Personalized AI Health Companion"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5486400" cy="1645920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DECK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Shivansh Mishra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Evaluator: Lenovo Leap | </a:t>
            </a:r>
            <a:r>
              <a:rPr lang="en-US" sz="11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BharatCares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Department: Computer Science &amp; Engineering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Institution: Lenovo Leap | Bharat Cares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THE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agentic health suite providing natural-language wellness guidance and interactive logs.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0320" y="1162800"/>
            <a:ext cx="3814921" cy="388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0320" y="1284480"/>
            <a:ext cx="4178435" cy="288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AuraHealth AI?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1441" y="1680768"/>
            <a:ext cx="3400560" cy="308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AuraHealth AI is a premium, open-source health and wellness portal designed to assist users with daily metrics tracking (sleep hygiene, hydration status) and interactive clinical screening.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features a fully secure backend proxy connecting directly to the Groq API, allowing private evaluations. User-facing habit profiles, hydration score points, and BMI records are stored locally for privacy, while real-time advice streams word-by-word like a real chat assistant.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48000" y="1162800"/>
            <a:ext cx="4471200" cy="388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08760" y="1239768"/>
            <a:ext cx="4583558" cy="35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Objectives &amp; Purpose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98755" y="2845836"/>
            <a:ext cx="4078439" cy="95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Democratize Wellness Coaching: Give users immediate answers to nutrition, exercise, and sleep hygiene questions.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Tracking: Replace fragmented apps with a single, elegant dashboard summarizing metrics into a unified Health Score.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Symptom Screening: Perform preliminary assessment of physical symptoms and guide users toward seek-care thresholds.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Protect Privacy: Save sensitive wellness records locally in the browser's storage, eliminating cloud database dependencies.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SDG GOAL 3: GOOD HEALTH &amp; WELL-BEING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AuraHealth AI contributes to the United Nations Sustainable Development Goals.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3520440"/>
          </a:xfrm>
          <a:prstGeom prst="rect">
            <a:avLst/>
          </a:prstGeom>
          <a:solidFill>
            <a:srgbClr val="0284C7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2122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121227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HEALTH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WELL-BEING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84752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healthy lives and promote well-being for all at all ages.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81202" y="1371600"/>
            <a:ext cx="4565518" cy="109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4394" y="1179576"/>
            <a:ext cx="4209763" cy="21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3.4: Reduce Non-Communicable Diseases (NCDs)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34394" y="1618488"/>
            <a:ext cx="4209763" cy="659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Promotes healthy lifestyles by prompting hydration, monitoring sleep hygiene, and calculating body mass indexes to support physiological balances and mitigate chronic NCD risks.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81202" y="2502000"/>
            <a:ext cx="4565518" cy="13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394" y="2486520"/>
            <a:ext cx="4209763" cy="264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3.8: Universal Health Coverage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4394" y="2837160"/>
            <a:ext cx="4209763" cy="792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secure, immediate health and wellness screening free of charge to any user with internet connection, bridging the clinical consultation gap in remote environments.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81202" y="3806190"/>
            <a:ext cx="4565518" cy="132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4394" y="3790710"/>
            <a:ext cx="4209763" cy="264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3.d: Risk Reduction &amp; Early Warning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4394" y="4141350"/>
            <a:ext cx="4209763" cy="792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Analyzes primary discomforts to alert users on urgent clinical symptoms, emphasizing professional consultations and diagnostic seek-care parameters.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CURRENT HEALTHCARE CHALLENGE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27122" y="916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Identified clinical bottlenecks and tools gaps that slow down wellness management.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13682" y="1756800"/>
            <a:ext cx="3108960" cy="33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3518" y="1174412"/>
            <a:ext cx="2604804" cy="42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3518" y="1814492"/>
            <a:ext cx="2604804" cy="42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Primary Guidance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3518" y="2872478"/>
            <a:ext cx="2604804" cy="1834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Clinician shortages and consulting backlogs mean users wait days or weeks for basic feedback on minor discomforts or routine lifestyle inquiries, delaying early adjustments.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29842" y="1764812"/>
            <a:ext cx="3108960" cy="33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9678" y="1230618"/>
            <a:ext cx="2604804" cy="42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59678" y="1822504"/>
            <a:ext cx="2604804" cy="42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Tracking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59678" y="2880490"/>
            <a:ext cx="2604804" cy="1834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Hydration tracking, sleep logs, and BMI assessments are scattered across separate, isolated apps. Users cannot easily see correlations between sleep debt, weight, and general hydration score.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46002" y="1765624"/>
            <a:ext cx="2797998" cy="331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5838" y="1183236"/>
            <a:ext cx="2344268" cy="42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75838" y="1823316"/>
            <a:ext cx="2344268" cy="4232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Unguided Online Searches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75838" y="2881302"/>
            <a:ext cx="2344268" cy="18341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Searching symptoms on typical engines often results in extreme health anxiety due to alarmist layouts. Alternatively, it leads to false security, lacking proper seek-care thresholds.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AURAHEALTH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tracking, diagnostics, and conversational AI under one low-latency, local-first platform.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05718" y="2468880"/>
            <a:ext cx="220212" cy="166565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1468080" cy="3747712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1247868" cy="333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247868" cy="582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Logs Habits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1247868" cy="2165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inputs sleep quality and hydration progress.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50620" y="2467552"/>
            <a:ext cx="220212" cy="166565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2233019" y="1280160"/>
            <a:ext cx="1413027" cy="3747712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891" y="1463040"/>
            <a:ext cx="1201073" cy="333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59891" y="2011680"/>
            <a:ext cx="1201073" cy="582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Chat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9891" y="2743200"/>
            <a:ext cx="1201073" cy="2165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context-packed queries securely via SSE.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4590" y="2467552"/>
            <a:ext cx="217459" cy="166013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04563" y="1291259"/>
            <a:ext cx="1468080" cy="3747712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1723" y="1474139"/>
            <a:ext cx="1247868" cy="333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41723" y="2022779"/>
            <a:ext cx="1247868" cy="582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41723" y="2754299"/>
            <a:ext cx="1247868" cy="21653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Checker extracts discomforts to build diagnostic reports.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7938" y="2479979"/>
            <a:ext cx="180063" cy="166013"/>
          </a:xfrm>
          <a:prstGeom prst="rightArrow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8209" y="1291259"/>
            <a:ext cx="1449729" cy="3735285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1940" y="1474139"/>
            <a:ext cx="1232270" cy="33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41940" y="2022779"/>
            <a:ext cx="1232270" cy="58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AI Tips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1940" y="2754299"/>
            <a:ext cx="1232270" cy="2158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references current logged metrics to generate tips.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7978" y="1291259"/>
            <a:ext cx="1200422" cy="3735285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5138" y="1474139"/>
            <a:ext cx="1020359" cy="33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15138" y="2022779"/>
            <a:ext cx="1020359" cy="5810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15138" y="2754299"/>
            <a:ext cx="1020359" cy="2158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Synthesizes inputs into a dynamic circular Health Index.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PLATFORM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02400" y="101880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2840" y="115596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Health Chat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2840" y="156744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Full-height conversation thread parsing markdown and streaming answers under one second.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96041" y="101880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6481" y="115596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 Checker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6481" y="156744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specific body areas to generate structured urgency summaries.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7160" y="101880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7600" y="115596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BMI Calculator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7600" y="156744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form tracking Height and Weight with animated spectrum ranges.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02760" y="101880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73200" y="115596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Health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3200" y="156744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动态 (Dynamic) 0-100 rating aggregating BMI, water progress, and sleep duration.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2400" y="298476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840" y="312192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Hydration Tracker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2840" y="353340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Quick-add hydration cups with confetti milestones when targets are met.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96041" y="298476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6481" y="312192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Logger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6481" y="353340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duration and rate quality (Restless, Average, Deep) using custom range controls.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7160" y="298476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7600" y="312192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AI Tips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7600" y="353340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Fetches personalized lifestyle tips referencing active profile metrics.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2760" y="2984760"/>
            <a:ext cx="1868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3200" y="3121920"/>
            <a:ext cx="166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Design Theme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73200" y="3533400"/>
            <a:ext cx="166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dark Slate accents, glassmorphism, responsive templates, and light/dark modes.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client-proxy architecture with Server-Sent Events (SSE) data pipeline.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754880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4236166" cy="31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Diagram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4236166" cy="550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84832"/>
            <a:ext cx="3976809" cy="19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Client (Browser)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3976809" cy="236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submits message or symptom list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4236166" cy="550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907792"/>
            <a:ext cx="3976809" cy="19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Proxy Backend (Port 5000)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36392"/>
            <a:ext cx="3976809" cy="236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Cleans payloads, restricts context to last 5 logs, protects API key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4236166" cy="550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30752"/>
            <a:ext cx="3976809" cy="19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AI completions endpoint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59352"/>
            <a:ext cx="3976809" cy="236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tokens asynchronously via llama-3.1-8b-instant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4480560"/>
            <a:ext cx="4236166" cy="550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53712"/>
            <a:ext cx="3976809" cy="19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SSE Stream Parser client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782312"/>
            <a:ext cx="3976809" cy="236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Decodes binary chunks into UI state and scrolls instantly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1280160"/>
            <a:ext cx="3931920" cy="37381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463040"/>
            <a:ext cx="3518034" cy="311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Architectural Advantages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2011680"/>
            <a:ext cx="3518034" cy="194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Client Key Leak Risk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2240280"/>
            <a:ext cx="3518034" cy="623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API keys are stored in the client-side JavaScript or localStorage, avoiding security and billing vulnerabilities.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111322"/>
            <a:ext cx="3518034" cy="194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Server-Sent Events (SSE)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339922"/>
            <a:ext cx="3518034" cy="623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utilize HTTP streaming (SSE) to send token characters from the server as they arrive, avoiding standard body buffering delays.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4113691"/>
            <a:ext cx="3518034" cy="194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Slicing Optimizer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4342291"/>
            <a:ext cx="3518034" cy="623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Express API slices discussion transcripts, forwarding only the last 5 messages, ensuring tiny prompt sizes and sub-second token startup.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high-performance web frameworks and AI pipelines.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6533" y="1143201"/>
            <a:ext cx="2687400" cy="1896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8066" y="1247146"/>
            <a:ext cx="2469503" cy="148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8066" y="1515318"/>
            <a:ext cx="2469503" cy="207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(v18) &amp; Vite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8066" y="1822655"/>
            <a:ext cx="2469503" cy="77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SPA rendering, fast component modularity, and lightning-fast Hot Module Replacement (HMR) development compiles.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44800" y="1143200"/>
            <a:ext cx="2687400" cy="1896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3066" y="1247146"/>
            <a:ext cx="2469503" cy="148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83066" y="1515318"/>
            <a:ext cx="2469503" cy="207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83066" y="1822655"/>
            <a:ext cx="2469503" cy="77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Ensures utility-first styling with responsive, curated glassmorphic tokens, consistent dark/light grids, and fluid mobile sizing.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99800" y="1143201"/>
            <a:ext cx="2687400" cy="189615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8066" y="1264027"/>
            <a:ext cx="2469503" cy="148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38066" y="1532199"/>
            <a:ext cx="2469503" cy="207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&amp; Express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38066" y="1839536"/>
            <a:ext cx="2469503" cy="77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server operations asynchronously. Provides custom route endpoints for SSE streaming chat and symptom analysis.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9800" y="3361360"/>
            <a:ext cx="2687400" cy="16111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066" y="3624586"/>
            <a:ext cx="2469503" cy="148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 &amp; SDK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8066" y="3892758"/>
            <a:ext cx="2469503" cy="207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SDK &amp;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8066" y="4200095"/>
            <a:ext cx="2469503" cy="77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to Groq Llama models. Delivers fast response inference using custom hardware accelerators.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44800" y="3361360"/>
            <a:ext cx="2687400" cy="16111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83066" y="3624586"/>
            <a:ext cx="2469503" cy="148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COMPLETION MODEL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83066" y="3892758"/>
            <a:ext cx="2469503" cy="207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3.1 8B Instant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83066" y="4200095"/>
            <a:ext cx="2469503" cy="77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production model with 8-billion parameter weights. Configured with temperature 0.3 and 250 max tokens.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99800" y="3378240"/>
            <a:ext cx="2687400" cy="159425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8066" y="3641467"/>
            <a:ext cx="2469503" cy="148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38066" y="3845279"/>
            <a:ext cx="2469503" cy="207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38066" y="4150305"/>
            <a:ext cx="2469503" cy="7724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Controls micro-interactions, responsive panel slide transitions, fade-in card delays, and typing state indicators.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1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DEMONSTRATION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484989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screenshots showcasing modern glassmorphic theme, chat streaming, checker cards, and dashboard scores.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6720" y="1156309"/>
            <a:ext cx="3135141" cy="1794849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6721" y="857208"/>
            <a:ext cx="3656307" cy="188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Landing Page Hero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920" y="1198577"/>
            <a:ext cx="3084480" cy="1752581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920" y="932295"/>
            <a:ext cx="3725294" cy="188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Habits Tracker &amp; Score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66721" y="3378713"/>
            <a:ext cx="3135141" cy="1646887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7940" y="3040742"/>
            <a:ext cx="3656307" cy="188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AI Chat Stream Page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920" y="3336625"/>
            <a:ext cx="3135141" cy="1646887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29920" y="3049876"/>
            <a:ext cx="3725294" cy="188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Symptom Checker Panel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D89D82-46B8-A637-FF2E-E3934CBE7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40" y="1142342"/>
            <a:ext cx="3110896" cy="174846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186D26A-7862-7327-22E0-A6FCB4431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920" y="1185027"/>
            <a:ext cx="3034953" cy="17057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D055C6-4AB1-E697-53B7-AF6A05596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40" y="3318357"/>
            <a:ext cx="3135141" cy="17620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00FE047-98B2-7F61-C88B-5C2BCC7098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920" y="3279025"/>
            <a:ext cx="3135141" cy="17620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AGENT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Step-by-step processing of a user health inquiry with sub-second streaming feedback.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57300"/>
            <a:ext cx="407067" cy="548640"/>
          </a:xfrm>
          <a:prstGeom prst="ellipse">
            <a:avLst/>
          </a:prstGeom>
          <a:solidFill>
            <a:srgbClr val="FA5543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57300"/>
            <a:ext cx="4070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1165860"/>
            <a:ext cx="739505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239012"/>
            <a:ext cx="712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Message Submission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467612"/>
            <a:ext cx="712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inputs text and submits form. Client locks the submission using a synchronous `isLoadingRef`, clears the textbox, immediately appends user message to state, and mounts a blank AI message.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068650"/>
            <a:ext cx="407067" cy="548640"/>
          </a:xfrm>
          <a:prstGeom prst="ellipse">
            <a:avLst/>
          </a:prstGeom>
          <a:solidFill>
            <a:srgbClr val="FA5543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68650"/>
            <a:ext cx="4070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1977210"/>
            <a:ext cx="739505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2050362"/>
            <a:ext cx="712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Backend Packaging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2278962"/>
            <a:ext cx="712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backend intercepts the query. It slices the history list to the last 5 messages, appends the compressed safety system prompt, and calls the Groq completions endpoint.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407067" cy="548640"/>
          </a:xfrm>
          <a:prstGeom prst="ellipse">
            <a:avLst/>
          </a:prstGeom>
          <a:solidFill>
            <a:srgbClr val="FA5543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80360"/>
            <a:ext cx="4070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63040" y="2788920"/>
            <a:ext cx="739505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862072"/>
            <a:ext cx="712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Server-Sent Events stream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3090672"/>
            <a:ext cx="712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opens an HTTP Server-Sent Events (SSE) stream. It asks the Groq SDK client for a `llama-3.1-8b-instant` model with temperature 0.3 and streams choice delta contents.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86220"/>
            <a:ext cx="407067" cy="548640"/>
          </a:xfrm>
          <a:prstGeom prst="ellipse">
            <a:avLst/>
          </a:prstGeom>
          <a:solidFill>
            <a:srgbClr val="FA5543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86220"/>
            <a:ext cx="4070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63040" y="3594780"/>
            <a:ext cx="739505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3667932"/>
            <a:ext cx="712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Client-Side Chunk Decoding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3896532"/>
            <a:ext cx="712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React's client utilizes a `ReadableStreamReader` to decode binary stream pieces immediately. If a rate limit or API key error object is parsed, it throws an exception immediately.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440600"/>
            <a:ext cx="407067" cy="548640"/>
          </a:xfrm>
          <a:prstGeom prst="ellipse">
            <a:avLst/>
          </a:prstGeom>
          <a:solidFill>
            <a:srgbClr val="FA5543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40600"/>
            <a:ext cx="4070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463040" y="4424400"/>
            <a:ext cx="739505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4422312"/>
            <a:ext cx="712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Real-Time UI Renders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650912"/>
            <a:ext cx="712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frontend updates the placeholder message state text on the fly, rendering letters as they emerge. Auto-scrolling runs instantly on chunks, returning input focus to the cursor.</a:t>
            </a:r>
            <a:endParaRPr lang="en-US" sz="1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LEAN CANVAS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1520" y="864360"/>
            <a:ext cx="1403424" cy="2988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2961" y="955800"/>
            <a:ext cx="1281388" cy="213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2961" y="1184400"/>
            <a:ext cx="1281388" cy="270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Delayed basic health info access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Fragmented health calculators &amp; trackers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Alarmist self-diagnosis search results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72091" y="856242"/>
            <a:ext cx="1559519" cy="160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63531" y="947682"/>
            <a:ext cx="1423909" cy="240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63531" y="1176282"/>
            <a:ext cx="1423909" cy="1283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glassmorphic dashboard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agentic chatbot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Rapid symptom check reports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72091" y="2513862"/>
            <a:ext cx="1559519" cy="13305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3531" y="2605302"/>
            <a:ext cx="1423909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63531" y="2833902"/>
            <a:ext cx="1528924" cy="1010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habit log frequency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Chat response latency (&lt;1s)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Symptom analysis completions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23050" y="832482"/>
            <a:ext cx="1694160" cy="298818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4490" y="923922"/>
            <a:ext cx="1546842" cy="213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VALUE PROP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14490" y="1152522"/>
            <a:ext cx="1546842" cy="270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Secure proxy health chat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habits scoring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 Groq SSE stream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Client-side local data storage privacy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19090" y="832482"/>
            <a:ext cx="1920240" cy="1628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0530" y="923922"/>
            <a:ext cx="1753263" cy="244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UNFAIR ADVANTAGE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0530" y="1152522"/>
            <a:ext cx="1753263" cy="1302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Proprietary local-first logic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cloud database cost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Multi-symptom JSON scheme mapping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02195" y="2499066"/>
            <a:ext cx="1938745" cy="132160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635" y="2590506"/>
            <a:ext cx="1770158" cy="192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3635" y="2819106"/>
            <a:ext cx="1770158" cy="1025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 wellness programs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College wellness centers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Open-source community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57291" y="840600"/>
            <a:ext cx="1753263" cy="298818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2829" y="932040"/>
            <a:ext cx="1586286" cy="210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32829" y="1160640"/>
            <a:ext cx="1586286" cy="2668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Busy professionals tracking habits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Rural patients seeking basic screening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Health-conscious tracking enthusiasts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1520" y="3915153"/>
            <a:ext cx="3646080" cy="108884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2960" y="4006593"/>
            <a:ext cx="3520353" cy="251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2960" y="4235193"/>
            <a:ext cx="3520353" cy="753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 API computing fees (Groq/Express)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Domain keeping &amp; SSL security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Open-source codebase enhancements &amp; maintenance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29040" y="3912111"/>
            <a:ext cx="4981514" cy="106558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0480" y="4003551"/>
            <a:ext cx="4847179" cy="248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0480" y="4232151"/>
            <a:ext cx="4847179" cy="745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Premium custom wellness logs (B2C)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Anonymous, structured symptom analytics (B2B)</a:t>
            </a:r>
            <a:endParaRPr lang="en-US" sz="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 employee health dashboard licenses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AuraHealth AI with major industry health and diagnostic applications.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54723"/>
              </p:ext>
            </p:extLst>
          </p:nvPr>
        </p:nvGraphicFramePr>
        <p:xfrm>
          <a:off x="201600" y="1202400"/>
          <a:ext cx="8755200" cy="3679200"/>
        </p:xfrm>
        <a:graphic>
          <a:graphicData uri="http://schemas.openxmlformats.org/drawingml/2006/table">
            <a:tbl>
              <a:tblPr/>
              <a:tblGrid>
                <a:gridCol w="218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3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Ada Health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AuraHealth AI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Daily Habits Log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(Fitness/Steps)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(Symptoms focus)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A554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(Sleep, Water, BMI, Breathe)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Chatbot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(Linear questionnaire)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(Conversational Agent)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Sub-Second Streaming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(Full-page loads)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(SSE Stream Output)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Privacy 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sync (Google DB)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sync (Ada DB)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Local-first (localStorage)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Unified Health Index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(Raw statistics)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 (Aggregated Score)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BUSINESS ADVANTAGES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Highlighting why our architecture provides a better developer and user experience.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1120" y="1149120"/>
            <a:ext cx="1559520" cy="366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280" y="1332000"/>
            <a:ext cx="1336731" cy="733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Virtual Care Support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280" y="2246400"/>
            <a:ext cx="1336731" cy="252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Delivers wellness advice instantly at any time of day, completely bypassing clinical wait times or consult reservation bookings for routine lifestyle inquiries.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6680" y="1149120"/>
            <a:ext cx="1559520" cy="366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840" y="1332000"/>
            <a:ext cx="1336731" cy="733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API Latency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840" y="2246400"/>
            <a:ext cx="1336731" cy="252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optimizing models to llama-3.1-8b-instant, temperature to 0.3, and max tokens to 250, we establish connections and begin stream renders in under a second.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92240" y="1149120"/>
            <a:ext cx="1559520" cy="366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29400" y="1332000"/>
            <a:ext cx="1336731" cy="733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Local-First Privacy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29400" y="2246400"/>
            <a:ext cx="1336731" cy="252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Locks user records (sleep, BMI progress, water targets) inside the browser's localStorage. Zero compliance liabilities with GDPR or HIPAA cloud databases.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9011" y="1149120"/>
            <a:ext cx="1559520" cy="366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6171" y="1332000"/>
            <a:ext cx="1336731" cy="733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Client Key Vulnerabilities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76171" y="2246400"/>
            <a:ext cx="1336731" cy="252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connection keys are locked inside the backend environment variables, restricting exposure to browser code or client-side storage inspectors.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38571" y="1149120"/>
            <a:ext cx="1559520" cy="366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5731" y="1332000"/>
            <a:ext cx="1336731" cy="733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55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Cohesive Wellness Indexing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75731" y="2246400"/>
            <a:ext cx="1336731" cy="252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Fuses isolated metrics into a single dynamic Health Score. This visual index encourages users to improve sleep and water levels to see scores climb.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the platform into wearable integrations, mobile formats, and clinical scheduling.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55520" y="1280160"/>
            <a:ext cx="2904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80" y="1417320"/>
            <a:ext cx="2668982" cy="256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Agent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80" y="1783080"/>
            <a:ext cx="2668982" cy="1367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Web Speech API for hands-free health logs and voice-synthesized wellness coaching.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20006" y="1280160"/>
            <a:ext cx="2904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57166" y="1417320"/>
            <a:ext cx="2668982" cy="256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Smartwatch Wearable Sync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57166" y="1783080"/>
            <a:ext cx="2668982" cy="1367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sleep duration, step counts, and active calories from Apple Watch and Android Fit telemetry APIs.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2824" y="1280160"/>
            <a:ext cx="2904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9984" y="1417320"/>
            <a:ext cx="2668982" cy="256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Clinician Booking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59984" y="1783080"/>
            <a:ext cx="2668982" cy="1367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scheduling connections with certified doctors when symptoms exceed medium urgency thresholds.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520" y="3068210"/>
            <a:ext cx="2904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80" y="3205370"/>
            <a:ext cx="2668982" cy="256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EHR Prescriptions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80" y="3571130"/>
            <a:ext cx="2668982" cy="1367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secure PDF parsing tools to decode clinical prescription records locally.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20006" y="3068210"/>
            <a:ext cx="2904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7166" y="3205370"/>
            <a:ext cx="2668982" cy="256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Mobile Platform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57166" y="3571130"/>
            <a:ext cx="2668982" cy="1367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pages into a native Android/iOS wrapper using React Native for mobile push reminders.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2824" y="3068210"/>
            <a:ext cx="2904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9984" y="3205370"/>
            <a:ext cx="2668982" cy="256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Predictive Analytics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9984" y="3571130"/>
            <a:ext cx="2668982" cy="1367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Examine habits histories to forecast potential wellness drops and prompt proactive rest periods.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early personal wellness tracking through Agentic AI interfaces.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08350" y="1214804"/>
            <a:ext cx="4191120" cy="3796396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8093" y="1360058"/>
            <a:ext cx="3733907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093" y="1594080"/>
            <a:ext cx="3733907" cy="3242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AuraHealth AI successfully demonstrates that daily health logs can be aggregated, analyzed, and reinforced by conversational AI without compromising user privacy or speed.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leveraging low-latency models and HTTP streaming pipelines, the platform bypasses the wait times of traditional websites, giving users sub-second answers to wellness questions, while the structured symptom reporter highlights warning flags for serious complaints.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79613" y="1194922"/>
            <a:ext cx="3886311" cy="3796396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451" y="1342195"/>
            <a:ext cx="3886311" cy="350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Impact 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66243" y="1781936"/>
            <a:ext cx="3886311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Latency (&lt;1s)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243" y="2022524"/>
            <a:ext cx="3886311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tokens render immediately, keeping the interface snappy and preventing loading freezes.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66241" y="2945784"/>
            <a:ext cx="3886311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Local Compliance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243" y="3211244"/>
            <a:ext cx="3886311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remains on the client device, resolving database liabilities and compliance costs.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242" y="3979485"/>
            <a:ext cx="3886311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SDG 3 Contribution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243" y="4109632"/>
            <a:ext cx="3718557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early health warnings and free guidance to remote users.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1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94360" y="360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AD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-594360" y="1457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Wellness through Intelligent Agentic Guidance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-594360" y="2349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4B8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Section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082384" y="3150720"/>
            <a:ext cx="5232816" cy="1306080"/>
          </a:xfrm>
          <a:prstGeom prst="rect">
            <a:avLst/>
          </a:prstGeom>
          <a:solidFill>
            <a:srgbClr val="3A22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82384" y="32680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Contact Info: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 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/>
              </a:rPr>
              <a:t>shivnsh01@gmail.com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| AuraHealth.ai</a:t>
            </a:r>
            <a:endParaRPr lang="en-US" sz="12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github.com/</a:t>
            </a:r>
            <a:r>
              <a:rPr lang="en-US" sz="1200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sirshivansh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/AuraHealth-ai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1981</Words>
  <Application>Microsoft Office PowerPoint</Application>
  <PresentationFormat>On-screen Show (16:9)</PresentationFormat>
  <Paragraphs>278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Shivansh Mishra</cp:lastModifiedBy>
  <cp:revision>1</cp:revision>
  <cp:lastPrinted>2026-07-07T17:48:07Z</cp:lastPrinted>
  <dcterms:created xsi:type="dcterms:W3CDTF">2026-07-07T16:30:46Z</dcterms:created>
  <dcterms:modified xsi:type="dcterms:W3CDTF">2026-07-07T17:58:09Z</dcterms:modified>
</cp:coreProperties>
</file>